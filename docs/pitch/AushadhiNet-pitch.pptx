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630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the last ledger week (beat LightGBM at this grain);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Answers from live stock and forecast data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adds a plain-language note, dropped if it invents a number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Jurisdiction-scoped per officer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 in a 26-week replay, but unmet units +0.25% and ~570 transfers a week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transfer drafts for Nashik: ≥10 units, ≤5 donors per need (live)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listed, ready to onboard (not yet reporting)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(375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its nurses' WhatsApp numbers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Federated training, simulated on 4 states' HMIS data: shares model updates, not rows; ties local-only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one Google Cloud project per state, running that federation for real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Load one block's nurse numbers;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