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6304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and stock-out probability per facility and medicine; model chosen by measurement on real HMIS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from nearby surplus; district-wide gaps go to the state. Full facilities get referrals, staff gaps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Officer approves; signed order to both facilities. The AI agent explains and drafts,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Answers from live stock and forecast data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Gemini adds a plain-language note, dropped if it invents a number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Jurisdiction-scoped per officer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Frozen held-out protocol, and the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forecast error than naive on real HMIS data (WAPE 0.871 vs 1.078)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 in a 26-week replay (rebalancing, no new supply)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 of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transfer-fixable shortages covered by OR-Tools drafts (live)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ready to onboard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373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(356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already in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its nurses' WhatsApp numbers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One Google Cloud project per state; data stays in-state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BRICS: swap the facility list, the WHO medicines list and the language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creates the state's project (37 resources) and Cloud Build deploys: this one took a day. Load one block's nurse numbers; connect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the same weeks last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