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71" r:id="rId16"/>
    <p:sldId id="258" r:id="rId9"/>
    <p:sldId id="259" r:id="rId10"/>
    <p:sldId id="261" r:id="rId12"/>
    <p:sldId id="262" r:id="rId13"/>
    <p:sldId id="269" r:id="rId18"/>
    <p:sldId id="267" r:id="rId15"/>
    <p:sldId id="272" r:id="rId14"/>
    <p:sldId id="270" r:id="rId19"/>
    <p:sldId id="268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10.xml"/><Relationship Id="rId15" Type="http://schemas.openxmlformats.org/officeDocument/2006/relationships/slide" Target="slides/slide9.xml"/><Relationship Id="rId16" Type="http://schemas.openxmlformats.org/officeDocument/2006/relationships/slide" Target="slides/slide3.xml"/><Relationship Id="rId17" Type="http://schemas.openxmlformats.org/officeDocument/2006/relationships/slide" Target="slides/slide12.xml"/><Relationship Id="rId18" Type="http://schemas.openxmlformats.org/officeDocument/2006/relationships/slide" Target="slides/slide8.xml"/><Relationship Id="rId19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Build with AI: Code for Communities · Problem Statement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AushadhiNet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2525B"/>
                </a:solidFill>
              </a:defRPr>
            </a:pPr>
            <a:r>
              <a:t>Early warning and rebalancing for public-health medicine supply, reported over WhatsApp.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0">
                <a:solidFill>
                  <a:srgbClr val="0F766E"/>
                </a:solidFill>
              </a:defRPr>
            </a:pPr>
            <a:r>
              <a:t>Live on Google Cloud Run: aushadhinet-frontend-449585498230.asia-south1.run.app</a:t>
            </a:r>
          </a:p>
          <a:p>
            <a:pPr>
              <a:spcAft>
                <a:spcPts val="1000"/>
              </a:spcAft>
              <a:defRPr sz="1400" b="0">
                <a:solidFill>
                  <a:srgbClr val="0F766E"/>
                </a:solidFill>
              </a:defRPr>
            </a:pPr>
            <a:r>
              <a:t>Code: github.com/akshat333-debug/AushadhiNet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463040"/>
            <a:ext cx="548640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Clinics run dry while neighbours hold spare stock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Primary health centres run out of ORS, zinc, iron tablets and antibiotics.</a:t>
            </a:r>
          </a:p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Stock is reported late, on paper, and rarely compared across facilities.</a:t>
            </a:r>
          </a:p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Shortage and surplus sit a few kilometres apart; nobody sees both in time.</a:t>
            </a:r>
          </a:p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Frontline nurses won't adopt yet another app.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Who it serves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Built around the district officer's 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District officer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District health officer or pharmacist, on a laptop: what to escalate to the state, which transfers to approve, most urgent first.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Nurse at the facility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ANM, staff nurse or pharmacist at a PHC or sub-centre, on a basic Android phone: reports in 30 seconds on WhatsApp, in their own language.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Public and planners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Citizens see district shortage totals, never a facility name. State planners see where to roll out next.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The nurse never opens the website: WhatsApp is the interface. The officer gets decisions, not dashboards.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Report → Forecast → Rebalance → Human approves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1 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Nurse sends stock on WhatsApp by text, voice note or register photo, in 7 languages; every machine read is confirmed.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2  Forecast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Next-week demand and stock-out probability per facility and medicine; model chosen by measurement on real HMIS data.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3  Rebalance or escalate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OR-Tools drafts transfers from nearby surplus. Medicines short district-wide go to the state as a supply request.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4  Approve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Officer approves; signed order to both facilities. The AI agent explains and drafts, never approves.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Nurse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WhatsApp, 7 languages, no new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Text, a voice note or a photo of the register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Chirp 2 hears the note and detects the language; Gemini reads every line of a photo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Several items in one message: “ORS 50 Zinc 120”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Nothing is saved until the nurse replies YES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English, Hindi, Marathi, Bengali, Tamil, Telugu, Kannada</a:t>
            </a:r>
          </a:p>
        </p:txBody>
      </p:sp>
      <p:pic>
        <p:nvPicPr>
          <p:cNvPr id="6" name="Picture 5" descr="nur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645920"/>
            <a:ext cx="6949440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Officer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The morning briefing: escalate or move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Short across the district: a supply request to the state, with quantities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Local imbalance: OR-Tools drafts transfers, most urgent first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Map before and after the drafted transfers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Officer approves; Cloud KMS signs; both facilities alerted on WhatsApp</a:t>
            </a:r>
          </a:p>
        </p:txBody>
      </p:sp>
      <p:pic>
        <p:nvPicPr>
          <p:cNvPr id="6" name="Picture 5" descr="offic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645920"/>
            <a:ext cx="6949440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Guardrailed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Explains, never 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Answers from live stock and forecast data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Gemini adds a plain-language note, dropped if it invents a number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Jurisdiction-scoped per officer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No approve or send tool: prompt injection has nothing to call</a:t>
            </a:r>
          </a:p>
        </p:txBody>
      </p:sp>
      <p:pic>
        <p:nvPicPr>
          <p:cNvPr id="6" name="Picture 5" descr="ag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645920"/>
            <a:ext cx="6949440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Google AI in the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Gemini, Chirp and Vertex AI do the reading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0F766E"/>
                </a:solidFill>
              </a:defRPr>
            </a:pPr>
            <a:r>
              <a:t>100%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quantity read correctly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0F766E"/>
                </a:solidFill>
              </a:defRPr>
            </a:pPr>
            <a:r>
              <a:t>98.1%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743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medicine matched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8288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0F766E"/>
                </a:solidFill>
              </a:defRPr>
            </a:pPr>
            <a: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743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scripts: English, Devanagari, Tamil, Bengali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18181B"/>
                </a:solidFill>
              </a:defRPr>
            </a:pPr>
            <a:r>
              <a:t>Gemini reads register photos: measured on 206 rendered register lines (synthetic text, not real handwriting).</a:t>
            </a:r>
          </a:p>
          <a:p>
            <a:pPr>
              <a:spcAft>
                <a:spcPts val="1000"/>
              </a:spcAft>
              <a:defRPr sz="1600" b="0">
                <a:solidFill>
                  <a:srgbClr val="18181B"/>
                </a:solidFill>
              </a:defRPr>
            </a:pPr>
            <a:r>
              <a:t>Chirp 2 transcribes voice notes and detects the language; Vertex AI embeddings match medicine names in 7 scripts.</a:t>
            </a:r>
          </a:p>
          <a:p>
            <a:pPr>
              <a:spcAft>
                <a:spcPts val="1000"/>
              </a:spcAft>
              <a:defRPr sz="1600" b="0">
                <a:solidFill>
                  <a:srgbClr val="18181B"/>
                </a:solidFill>
              </a:defRPr>
            </a:pPr>
            <a:r>
              <a:t>Every photo and voice read is confirmed by the nurse before it is saved: a model can be confidently wrong.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766E"/>
                </a:solidFill>
              </a:defRPr>
            </a:pPr>
            <a:r>
              <a:t>Results and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8181B"/>
                </a:solidFill>
              </a:defRPr>
            </a:pPr>
            <a:r>
              <a:t>Frozen held-out protocol, and the 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760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facilities x 16 HMIS medicines in the Nashik 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19%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606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lower forecast error than naive on real HMIS data (WAPE 0.871 vs 1.078)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8288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−6%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606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stock-out weeks in a 26-week replay (rebalancing, no new supply)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290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medicines escalated to the state, with supply quantities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4290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7 of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42062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transfer-fixable shortages covered by OR-Tools drafts (live)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9" y="34290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98.1%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59" y="42062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medicine read correctly by Gemini on register lines (100% quantity)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029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1,90,609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8064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facilities in 36 states and UTs ready to onboard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5029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58064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Indian languages: UI, WhatsApp replies, voice, 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59" y="5029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360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59" y="58064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automated tests (344 backend + 16 E2E on Cloud Run)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Across India, and beyond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Every state is already in the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1,90,609 facilities in 678 districts, 36 states and UTs (MoHFW directory)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A district goes live with its nurses' WhatsApp numbers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One Google Cloud project per state; data stays in-state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Languages are data: a new one is a translation file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BRICS: swap the facility list, the WHO medicines list and the language</a:t>
            </a:r>
          </a:p>
        </p:txBody>
      </p:sp>
      <p:pic>
        <p:nvPicPr>
          <p:cNvPr id="6" name="Picture 5" descr="ind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645920"/>
            <a:ext cx="6949440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Deployable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A pilot in 4 weeks, on Google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Weeks 1-2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terraform apply creates the state's project (37 resources) and Cloud Build deploys: this one took a day. Load one block's nurse numbers; connect Twilio and Firebase sign-in.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Nurses report daily by text, voice or photo. Real register photos measure extraction accuracy.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Week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The officer approves transfers and sends supply requests. Compare stock-out weeks with the same weeks last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Cloud Run · Firestore · BigQuery · Pub/Sub · Cloud KMS · Secret Manager · Vertex AI · Gemini · Chirp 2, all from Terraform.</a:t>
            </a:r>
          </a:p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Cloud Run scales to zero; this deployment runs on the GCP free-trial credit with a budget alert.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766E"/>
                </a:solidFill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8181B"/>
                </a:solidFill>
              </a:defRPr>
            </a:pPr>
            <a:r>
              <a:t>Earlier warnings. Smarter sharing. People in control.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0F766E"/>
                </a:solidFill>
              </a:defRPr>
            </a:pPr>
            <a:r>
              <a:t>Live on Google Cloud Run: aushadhinet-frontend-449585498230.asia-south1.run.app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52525B"/>
                </a:solidFill>
              </a:defRPr>
            </a:pPr>
            <a:r>
              <a:t>Next: pilot in one Nashik block with real registers.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