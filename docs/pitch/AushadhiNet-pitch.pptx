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1" r:id="rId16"/>
    <p:sldId id="258" r:id="rId9"/>
    <p:sldId id="259" r:id="rId10"/>
    <p:sldId id="261" r:id="rId12"/>
    <p:sldId id="262" r:id="rId13"/>
    <p:sldId id="269" r:id="rId18"/>
    <p:sldId id="267" r:id="rId15"/>
    <p:sldId id="272" r:id="rId14"/>
    <p:sldId id="270" r:id="rId19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9.xml"/><Relationship Id="rId16" Type="http://schemas.openxmlformats.org/officeDocument/2006/relationships/slide" Target="slides/slide3.xml"/><Relationship Id="rId17" Type="http://schemas.openxmlformats.org/officeDocument/2006/relationships/slide" Target="slides/slide12.xml"/><Relationship Id="rId18" Type="http://schemas.openxmlformats.org/officeDocument/2006/relationships/slide" Target="slides/slide8.xml"/><Relationship Id="rId19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offic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46304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Who it serves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Built around the district officer's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District officer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District health officer or pharmacist, on a laptop: what to escalate to the state, which transfers to approve, most urgent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Nurse at the facility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ANM, staff nurse or pharmacist at a PHC or sub-centre, on a basic Android phone: reports in 30 seconds on WhatsApp, in their own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Public and planners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Citizens see district shortage totals, never a facility name. State planners see where to roll out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The nurse never opens the website: WhatsApp is the interface. The officer gets decisions, not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by text, voice note or register photo; beds as 'BEDS 4/6'; checks in by sharing location. 7 languages.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Next-week demand per facility from its own WhatsApp counts (use between two counts), else the last ledger week; stock-out risk from live stock.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 or escalate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OR-Tools drafts transfers within a district or state-wide across districts (min 10 units). District-wide gaps also go to the state. Beds: referrals; staff: deputations.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Approved only if the donor still has the units; KMS-signed to both ends; receiver confirms arrival. The agent never approves.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7 languages,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Text, a voice note or a photo of the register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Chirp 2 hears the note and detects the language; Gemini reads every line of a photo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as 'BEDS 4/6'; staff check in by sharing location, flagged beyond 200 m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read by a model is saved until the nurse replies YES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</p:txBody>
      </p:sp>
      <p:pic>
        <p:nvPicPr>
          <p:cNvPr id="6" name="Picture 5" descr="whatsap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1428750"/>
            <a:ext cx="69494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The morning briefing: escalate or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Short across the district: a supply request to the state, with quantities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Local imbalance: OR-Tools drafts transfers, most urgent first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and staff today: referral and deputation suggestions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approves; Cloud KMS signs; both facilities alerted on WhatsApp</a:t>
            </a:r>
          </a:p>
        </p:txBody>
      </p:sp>
      <p:pic>
        <p:nvPicPr>
          <p:cNvPr id="6" name="Picture 5" descr="offic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Asks by facility name; beds and staff too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Free-form questions: Gemini function calling over read-only, jurisdiction-checked tools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numerical consistency filter drops answers whose numbers no tool returned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 approve or send tool: prompt injection has nothing to call</a:t>
            </a:r>
          </a:p>
        </p:txBody>
      </p:sp>
      <p:pic>
        <p:nvPicPr>
          <p:cNvPr id="6" name="Picture 5" descr="ag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Google AI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Gemini, Chirp and Vertex AI do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quantity read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medicine matched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scripts: English, Devanagari, Tamil, Bengali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Gemini reads register photos: measured on 206 rendered register lines (synthetic text, not real handwriting).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Chirp 2 transcribes voice notes and detects the language; Vertex AI embeddings match medicine names in 7 scripts.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Every photo and voice read is confirmed by the nurse before it is saved: a model can be confidently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Results and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Live = deployed simulated pilot; offline = frozen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x 16 HMIS medicines in the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error than naive on real HMIS district-month data (offline; the app serves naive)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weeks, deployed policy, 26-week replay; unmet +0.41%. With demand from counts: −1.8%, unmet −1.1% (offline)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medicines escalated to the state, with supply quantities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cross-district drafts Dhule to Nashik in a state-wide run (live; Dhule stock is labelled demo data)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 read correctly by Gemini on register lines (100% quantity)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1,90,609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in 36 states and UTs in the national directory (listed, not yet onboarded)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languages: UI, WhatsApp replies, voice,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(413 backend + 17 E2E on Cloud Run)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Across India,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Every state is listed; one district is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1,90,609 facilities in 678 districts, 36 states and UTs (MoHFW directory), unique IDs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district goes live with nurses' numbers, opening stock and its issue history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Federation: 2 state processes share updates, not rows; the API serves the aggregate model. Ties local-only (4-state experiment)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Planned: each state node in its own Google Cloud project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Languages are data: a new one is a translation file</a:t>
            </a:r>
          </a:p>
        </p:txBody>
      </p:sp>
      <p:pic>
        <p:nvPicPr>
          <p:cNvPr id="6" name="Picture 5" descr="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Deployable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 pilot in 4 weeks,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Weeks 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terraform apply provisions the state's 37 resources in its Google Cloud project; Cloud Build deploys: this one took a day. Register one block's nurse numbers and load its issue history; set up Twilio and Firebase sign-in.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Nurses report daily by text, voice or photo. Real register photos measure extraction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The officer approves transfers and sends supply requests. Compare stock-out weeks with a matched block not yet using it, same weeks.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· Firestore · BigQuery · Pub/Sub · Cloud KMS · Secret Manager · Vertex AI · Gemini · Chirp 2, all from Terraform.</a:t>
            </a:r>
          </a:p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scales to zero; this deployment runs on the GCP free-trial credit with a budget alert.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