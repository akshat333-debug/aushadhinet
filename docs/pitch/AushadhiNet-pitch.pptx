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7" r:id="rId15"/>
    <p:sldId id="265" r:id="rId16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Live: aushadhinet-frontend.onrender.com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s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4864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in 7 languages; unsure reads are confirmed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LightGBM predicts next-week demand and stock-out probability per medicine.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Google OR-Tools proposes transfers from nearby surplus to at-risk facilities.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Officer approves; both facilities notified. The AI agent can explain and draft, never approve.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Plain text, any script, native digits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Low-confidence reads need a Confirm tap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unconfirmed reaches the forecast</a:t>
            </a:r>
          </a:p>
        </p:txBody>
      </p:sp>
      <p:pic>
        <p:nvPicPr>
          <p:cNvPr id="6" name="Picture 5" descr="s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Multilingual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Seven Indian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UI, medicine names, replies and agent answers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Translations need native-speaker review</a:t>
            </a:r>
          </a:p>
        </p:txBody>
      </p:sp>
      <p:pic>
        <p:nvPicPr>
          <p:cNvPr id="6" name="Picture 5" descr="s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Transfer orders, human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Solver drafts transfers (OR-Tools)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 or rejects each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Orders are signed; both ends notified</a:t>
            </a:r>
          </a:p>
        </p:txBody>
      </p:sp>
      <p:pic>
        <p:nvPicPr>
          <p:cNvPr id="6" name="Picture 5" descr="s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Answers from real forecast and stock data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Jurisdiction-scoped per officer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Refuses prompt-injection to approve orders</a:t>
            </a:r>
          </a:p>
        </p:txBody>
      </p:sp>
      <p:pic>
        <p:nvPicPr>
          <p:cNvPr id="6" name="Picture 5" descr="s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Measured on a frozen, held-out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0F766E"/>
                </a:solidFill>
              </a:defRPr>
            </a:pPr>
            <a:r>
              <a:t>0.871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Forecast WAPE on real HMIS data</a:t>
            </a:r>
            <a:br/>
            <a:r>
              <a:t>vs 1.078 naive (19% better)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E11D48"/>
                </a:solidFill>
              </a:defRPr>
            </a:pPr>
            <a:r>
              <a:t>−6.0%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Stock-out weeks in 26-week replay</a:t>
            </a:r>
            <a:br/>
            <a:r>
              <a:t>(synthetic Nashik ledger)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Nashik facilities × 16 HMIS</a:t>
            </a:r>
            <a:br/>
            <a:r>
              <a:t>medicines in the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Languages end to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Test window frozen before tuning; first model (L2) lost to naive and stays in the run log.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AushadhiNet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monitored in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essential HMIS medicines tracked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flagged at risk before stock-out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transfer orders drafted by OR-Tools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7,251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units rebalanced across 186 facilities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forecast error than naive (WAPE 0.871)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 in 26-week replay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languages,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362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passing (349 backend + 13 E2E)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on Google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8181B"/>
                </a:solidFill>
              </a:defRPr>
            </a:pPr>
            <a:r>
              <a:t>Google OR-Tools · Gemini (provider seam) · Firestore / Cloud Run (scripted)</a:t>
            </a:r>
          </a:p>
          <a:p>
            <a:pPr>
              <a:spcAft>
                <a:spcPts val="1000"/>
              </a:spcAft>
              <a:defRPr sz="2000" b="0">
                <a:solidFill>
                  <a:srgbClr val="18181B"/>
                </a:solidFill>
              </a:defRPr>
            </a:pPr>
            <a:r>
              <a:t>LightGBM · FastAPI · Next.js 15 · Leaflet + OpenStreetMap</a:t>
            </a:r>
          </a:p>
          <a:p>
            <a:pPr>
              <a:spcAft>
                <a:spcPts val="1000"/>
              </a:spcAft>
              <a:defRPr sz="2000" b="0">
                <a:solidFill>
                  <a:srgbClr val="18181B"/>
                </a:solidFill>
              </a:defRPr>
            </a:pPr>
            <a:r>
              <a:t>348 backend tests · 13 Playwright E2E, passing on the live deployment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Live: aushadhinet-frontend.onrender.com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