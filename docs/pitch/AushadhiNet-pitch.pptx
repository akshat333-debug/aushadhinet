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numerical consistency filter drops answers whose numbers no tool returned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+0.41%. With demand from counts: −1.8%, unmet −1.1%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in the national directory (listed, not yet onboarded)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(413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